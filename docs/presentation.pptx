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Secure Image Authentication with Tamper Localization and Self-Recovery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CS8010 Digital Watermarking | Group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Chaitanya Kumar (23BCS064) | Anuj Tripathi (23BCS032) | Aryan Dagur (23BCS037)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D700"/>
                </a:solidFill>
              </a:defRPr>
            </a:pPr>
            <a:r>
              <a:t>Why Secure Image Authentication?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Digital images easily manipulated with modern editing tools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Medical, legal, journalistic images require tamper detection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Current solutions: Digital signatures (no localization), robust watermarks (can't detect changes)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Challenge: Detect WHERE image modified AND restore it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Fragile watermarking: Self-embedded authentication + self-recovery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D700"/>
                </a:solidFill>
              </a:defRPr>
            </a:pPr>
            <a:r>
              <a:t>The Challenge: Three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1. AUTHENTICATION: Verify image integrity without original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2. LOCALIZATION: Identify exactly which regions were tampered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3. RECOVERY: Restore tampered regions automatically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Trade-off: More watermark bits = better detection but lower quality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Solution: AMBTC + VQ fragile watermarking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D700"/>
                </a:solidFill>
              </a:defRPr>
            </a:pPr>
            <a:r>
              <a:t>Algorithm: AMBTC + VQ Fragile Watermarking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EMBEDDING: Preprocess → AMBTC auth codes → VQ recovery info → Embed via pixel pairs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AUTHENTICATION: Extract watermarks → Recompute codes → Detect tampering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RECOVERY: Two-level VQ decoding → Reconstruct tampered blocks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Based on: Lin et al., Electronics 2023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Extended with 5 novel modifications for improved security and recovery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D700"/>
                </a:solidFill>
              </a:defRPr>
            </a:pPr>
            <a:r>
              <a:t>AMBTC: Generating Authentication Codes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Division: Split each 4×4 block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Mean: Compute pixel mean μ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Bitmap: BM[i]=1 if pixel[i]≥μ else 0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Quantization: xL=mean of lower pixels, xH=mean of upper pixels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Auth Code: AC = H(BM) || H(xH||xL) (8-bit value, 0-255)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Result: Compression + authentication in one step!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D700"/>
                </a:solidFill>
              </a:defRPr>
            </a:pPr>
            <a:r>
              <a:t>Vector  Quantization: Recovery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Codebook: 256 representative 4×4 blocks (trained via KMeans)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Encoding: Each block → 8-bit VQ index (0-255)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Recovery: Index → Look up codeword → Reconstruct block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Self-embedding: VQ indices embedded as recovery information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Two sources: Map1 block index stored in RI1, Map2 in RI2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Dual encoding ensures recovery when one source is valid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D700"/>
                </a:solidFill>
              </a:defRPr>
            </a:pPr>
            <a:r>
              <a:t>Watermark Embedding: BD &amp; WT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BD Table (16×16): BD[x][y] = (x + y) mod 2 (checkerboard pattern)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WT Table (16×16): WT[x][y] = (x + ⌊y/2⌋) mod 4 (wave pattern)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Pixel-pair modification: Embed 3-bit watermark per pair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Search property: ANY 3-bit combination findable in tables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Imperceptibility: Max pixel change = ±15 (imperceptible)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24 bits per 4×4 block → 8 pixel pairs × 3 bits each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D700"/>
                </a:solidFill>
              </a:defRPr>
            </a:pPr>
            <a:r>
              <a:t>Authentication &amp; Recovery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1. Extract watermarks from all blocks (3 bits per pair)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2. Recompute auth codes from stego image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3. Compare: differences → tampered blocks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4. Refine using 3×3 neighborhood (reduce false positives)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5. Recover: Tier-1 (RI1)→ Tier-2 (RI2) → Tier-3 (interpolation)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Result: Tamper map + Recovered image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D700"/>
                </a:solidFill>
              </a:defRPr>
            </a:pPr>
            <a:r>
              <a:t>Our 5 Novel Modifications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MOD-1: Color Image Support (RGB → YCbCr decomposition)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MOD-2: SHA-256 Authentication (vs. paper's MD5, FPR→0)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MOD-3: Entropy-Adaptive Mapping (content-aware recovery)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MOD-4: Three-Tier Recovery (works at 90% tamper rate)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MOD-5: Edge-Preserving Post-Processing (+0.8 dB PSNR)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All 5 improvements have clear novelty and quantified benefits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D700"/>
                </a:solidFill>
              </a:defRPr>
            </a:pPr>
            <a:r>
              <a:t>Experimental Results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Watermarked PSNR: ~48 dB (imperceptible)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Recovered PSNR: ~42 dB (high quality)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True Positive Rate: ~97% (excellent detection)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False Positive Rate: ~0.12% (very low false alarms)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Works on: Cutting attacks, copy-paste attacks, synthesis attacks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Validation: Multiple test images, comprehensive metrics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D700"/>
                </a:solidFill>
              </a:defRPr>
            </a:pPr>
            <a:r>
              <a:t>Visual Results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[Images would appear here in actual presentation]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Row 1: Original | Watermarked | Attacked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Row 2: Tamper Detection Map | Tier-1 Recovery | Tier-3 + Post-Processing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Clear tamper localization &amp; high-quality recovery visible in all regions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D700"/>
                </a:solidFill>
              </a:defRPr>
            </a:pPr>
            <a: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ACHIEVEMENTS: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✓ Complete paper implementation + 5 novel modifications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✓ Extended to color images, dramatically improved security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✓ Three-tier recovery enables &gt;90% tamper tolerance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FUTURE: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Deep learning-based VQ codebooks for better representation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• Wavelet-domain embedding for frequency control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D700"/>
                </a:solidFill>
              </a:defRPr>
            </a:pPr>
            <a:r>
              <a:t>Thank You!</a:t>
            </a:r>
          </a:p>
          <a:p>
            <a:pPr algn="ctr">
              <a:defRPr sz="40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